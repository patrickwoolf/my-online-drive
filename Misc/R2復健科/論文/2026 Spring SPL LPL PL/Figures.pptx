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2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A8FE09-09F2-45D5-B863-B41D1A841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CB070CA-3898-4D69-9562-283DA9CE9C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564512-6C62-4087-BF23-2A398705C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81967F-8DBE-4692-A0D8-18EAC5E5B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A920C-620B-4276-B891-D0609CF2C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4229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C8ED47-F37A-4C48-806C-F300A00D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1400C8-8155-4F22-B342-B0412E9C7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164DC8-4DD1-428A-9BDF-FAF6A1C2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CD28EC-27B8-4CE6-9127-C60C27F5F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10FDA5-3C8C-4C8B-940E-8C4C29D2E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086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59F7A3-7523-453F-BE32-4B7770859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12C7FF-7FB2-4241-AE10-B9048CE4D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49E6E5-1535-4654-8474-8135EA93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3E07DAE-F03B-4923-BD92-C59964DF8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D2414A-669C-4D1A-8861-EE46E563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4943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25E3E2-78D6-4A49-AFFD-CCCBD073C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0BE6CB-7F59-4BE1-B5CF-FCFEE23501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2AF947F-58ED-49EC-BFD0-E8C739A3A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5ECC9B-50A0-4E54-8F44-58ED9BA9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3560505-B54D-4EAD-AC03-09AB7A72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790B35-52A5-4D86-95F0-10FCD958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37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EC4F9C-6920-4FAA-8CB7-A5D7C343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1161A1A-5BAE-418C-95CD-DB46657B66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82A86A9-4551-41BC-B684-08EC46CD0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6D54E5C-B325-46F3-89E2-134965F64D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0176CEF-F9BB-4746-97F7-F20EF3A1F7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EE3C8C4-4577-4B07-979D-706AC78A4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DBC62A-AA29-4D9A-A462-7787ACB00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6BB6D2B-8C8C-4414-A290-1C4B0E33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27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A2D9A4-5C79-4356-8321-C64F160DC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4CE393-3801-4E1D-ABEE-121A9A50A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627C501-EAF0-4771-853F-F5982D74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C1F6ED6-82C3-4E9A-9F59-034C9E59F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9886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D35E168-A50B-48A8-BE9B-8AC189BAD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457F6A9-E2B8-4C60-A805-E675871B4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2E9D46-6CB2-43CC-AF6A-FFE41DEB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8562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257B3D-4B66-4EE6-929D-F53AFD28A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A7D0E6-58B9-42FF-994F-4597B009F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D4B5D04-FEBF-4DF0-82D8-4B1A236E1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62EDCAE-50E9-49D6-B179-227E576CC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5A26A4-723F-45A2-B8D7-3EC6DD0CC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B7F5E43-384A-4449-8FF6-196295E41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53047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817104-96B3-4A35-B7C4-A5D2F586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81DE7A4-017F-4554-85CF-BE9BEE3F63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BFA7611-E31D-4750-91B7-734B41FE9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F3132FB-FF8E-4ED3-B170-91B44F77E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FDEFFAD-BF16-4099-B3D5-92EF7ABCB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CDCAA9-73C4-4E91-A161-216DC2756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8980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04A4C-2FA4-43DA-B8F4-FAE32CA02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278F8D-C6E1-4421-9EF1-3CE67EE85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096961-247C-48CA-97AB-ADFBAA1B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584723-4690-448A-AFC0-6914F73C0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5E7F87-7D98-47B3-8F82-AA16404A3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857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36B9750-170D-4439-B43F-38790D5620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F76554E-C7F2-456F-98C3-496D2FFEF1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EF75A0-7AE3-417B-B59E-771799234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8BAF28-58C9-42F9-BAFD-AAA13823B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FED427-6A92-4656-9F33-C41D1F6D5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85612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5F7C27D-BECD-47A9-8C6C-D9F92F892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998993-1F72-419F-86A5-A0DD7454F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8156F5-6D4A-4804-AA6B-375B3DE18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3CDE1-0A24-4248-8655-D9BD490E5B59}" type="datetimeFigureOut">
              <a:rPr lang="zh-TW" altLang="en-US" smtClean="0"/>
              <a:t>2026/5/4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51DCE87-B62A-4266-92CB-9B6E8DE9C5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953EAAB-5465-4544-8EF6-75BAF5132E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07F9D0-6D11-4CEA-98ED-A80523DDE5B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777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1F1F0F-6D63-4841-85E8-AC78D99CF1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2F6522D-16FD-4536-AB73-C910D0EA7E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9311A5-1DA3-48D2-9731-35F7AAE516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3" t="13518" r="17083" b="32408"/>
          <a:stretch/>
        </p:blipFill>
        <p:spPr>
          <a:xfrm>
            <a:off x="2108200" y="477573"/>
            <a:ext cx="7975600" cy="606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94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29E4EF-002A-4AFD-BE28-539C6C7F8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17A4D2-A9F4-4939-B584-95DF006478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A5E3DA67-AD35-4765-AC82-988B7C363B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0" y="0"/>
            <a:ext cx="9093200" cy="681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956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967E2B3E-519C-48F5-81EB-8485B666DE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0" t="12569" r="16763" b="31977"/>
          <a:stretch/>
        </p:blipFill>
        <p:spPr>
          <a:xfrm>
            <a:off x="2381250" y="583022"/>
            <a:ext cx="7429500" cy="56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7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0D2BD-3A63-4283-9AE5-3B713D8E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C5B01DD-5A60-4380-90C2-A56B2DBE98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8704" y="288528"/>
            <a:ext cx="8374592" cy="6280944"/>
          </a:xfrm>
        </p:spPr>
      </p:pic>
    </p:spTree>
    <p:extLst>
      <p:ext uri="{BB962C8B-B14F-4D97-AF65-F5344CB8AC3E}">
        <p14:creationId xmlns:p14="http://schemas.microsoft.com/office/powerpoint/2010/main" val="387821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279627-52C8-4996-94E5-FA41FC772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66E8868-7CBC-46F2-915F-DF802DAA9C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23" t="14374" r="17165" b="38228"/>
          <a:stretch/>
        </p:blipFill>
        <p:spPr>
          <a:xfrm>
            <a:off x="1689100" y="754386"/>
            <a:ext cx="8483600" cy="5646413"/>
          </a:xfrm>
        </p:spPr>
      </p:pic>
    </p:spTree>
    <p:extLst>
      <p:ext uri="{BB962C8B-B14F-4D97-AF65-F5344CB8AC3E}">
        <p14:creationId xmlns:p14="http://schemas.microsoft.com/office/powerpoint/2010/main" val="22470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5E5AAB-211E-4832-ACD5-6CF9470FF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F4AB64-5714-4926-9A1A-EF7F1A075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60C0F03-8529-4089-A4E6-8EDD27F322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78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B1F432-8B99-465F-B1DE-D8B19995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7248B484-F7FA-43AA-87F9-1A1B45677E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43" t="15505" r="17603" b="37882"/>
          <a:stretch/>
        </p:blipFill>
        <p:spPr>
          <a:xfrm>
            <a:off x="-1" y="1854200"/>
            <a:ext cx="5001975" cy="3314700"/>
          </a:xfr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30263CF-28CF-438A-8C27-5F19733FC50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36" t="17428" r="20833" b="26599"/>
          <a:stretch/>
        </p:blipFill>
        <p:spPr>
          <a:xfrm>
            <a:off x="4686300" y="1854200"/>
            <a:ext cx="2165849" cy="3314700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7F2A9DA-9B34-435D-9431-3D1F4BD2F8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4" t="25752" r="20519" b="25914"/>
          <a:stretch/>
        </p:blipFill>
        <p:spPr>
          <a:xfrm>
            <a:off x="5699005" y="1854200"/>
            <a:ext cx="4575295" cy="331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6701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FC167A-4B01-407B-93C2-897158A8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AAEDE11-2115-4FB1-918E-8836B92566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991" y="108743"/>
            <a:ext cx="8854018" cy="6640514"/>
          </a:xfrm>
        </p:spPr>
      </p:pic>
    </p:spTree>
    <p:extLst>
      <p:ext uri="{BB962C8B-B14F-4D97-AF65-F5344CB8AC3E}">
        <p14:creationId xmlns:p14="http://schemas.microsoft.com/office/powerpoint/2010/main" val="14309230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D834FE-FC20-4F27-AB40-F2D23703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EF81BC0-8124-4469-AA16-F624E70A9D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328" t="13207" r="17385" b="27253"/>
          <a:stretch/>
        </p:blipFill>
        <p:spPr>
          <a:xfrm>
            <a:off x="5372100" y="241742"/>
            <a:ext cx="3828388" cy="3149158"/>
          </a:xfr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B21A626-E7E9-4472-B6D3-D3CDB17AF9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4" t="14446" r="17361" b="27407"/>
          <a:stretch/>
        </p:blipFill>
        <p:spPr>
          <a:xfrm>
            <a:off x="1590780" y="241742"/>
            <a:ext cx="3831141" cy="3149158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5DDB43E-1112-44FD-A208-E11D54FBB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5" t="13890" r="17639" b="30925"/>
          <a:stretch/>
        </p:blipFill>
        <p:spPr>
          <a:xfrm>
            <a:off x="1590781" y="3528737"/>
            <a:ext cx="3789720" cy="2964138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78A80D59-F11C-42F3-B7BB-1ECB2DAC9CB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83" t="14074" r="17639" b="31494"/>
          <a:stretch/>
        </p:blipFill>
        <p:spPr>
          <a:xfrm>
            <a:off x="5380501" y="3528737"/>
            <a:ext cx="3832080" cy="296413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F056173-2B82-4118-843E-DB0EFB571017}"/>
              </a:ext>
            </a:extLst>
          </p:cNvPr>
          <p:cNvSpPr/>
          <p:nvPr/>
        </p:nvSpPr>
        <p:spPr>
          <a:xfrm>
            <a:off x="1590780" y="2603500"/>
            <a:ext cx="568220" cy="2413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954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0</Words>
  <Application>Microsoft Office PowerPoint</Application>
  <PresentationFormat>寬螢幕</PresentationFormat>
  <Paragraphs>0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吳一宏</dc:creator>
  <cp:lastModifiedBy>吳一宏</cp:lastModifiedBy>
  <cp:revision>4</cp:revision>
  <dcterms:created xsi:type="dcterms:W3CDTF">2026-05-04T06:28:18Z</dcterms:created>
  <dcterms:modified xsi:type="dcterms:W3CDTF">2026-05-04T06:50:54Z</dcterms:modified>
</cp:coreProperties>
</file>